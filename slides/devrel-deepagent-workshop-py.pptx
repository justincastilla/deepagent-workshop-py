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Elasticsearch subagent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40690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4069080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23560" y="4069080"/>
            <a:ext cx="274320" cy="2743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edition · Python · 50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· 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roadmap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 and where you'll be 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954696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21408"/>
            <a:ext cx="954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954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3336" y="2011680"/>
            <a:ext cx="2045776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3336" y="2121408"/>
            <a:ext cx="204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3336" y="2880360"/>
            <a:ext cx="204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9112" y="2011680"/>
            <a:ext cx="2045776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9112" y="2121408"/>
            <a:ext cx="204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49112" y="2880360"/>
            <a:ext cx="204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+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94888" y="2011680"/>
            <a:ext cx="2182161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4888" y="2121408"/>
            <a:ext cx="218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94888" y="2880360"/>
            <a:ext cx="21821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· Build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(hands-on)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7049" y="2011680"/>
            <a:ext cx="818311" cy="777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7049" y="2121408"/>
            <a:ext cx="8183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7049" y="2880360"/>
            <a:ext cx="8183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Q&amp;A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 the time is hands-on.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set context; the workshop happens in your editor.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· 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check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in your terminal: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91440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~/deepagent_workshop_py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scripts/verify.py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8046720" cy="155448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53512"/>
            <a:ext cx="7589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LITELLM_API_KEY       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LITELLM_API_BASE      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12 more env + service checks set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14 checks passed. You're ready.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anything is red — raise your hand now.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DEEP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371600" y="1417320"/>
            <a:ext cx="6400800" cy="640080"/>
          </a:xfrm>
          <a:prstGeom prst="rect">
            <a:avLst/>
          </a:prstGeom>
          <a:solidFill>
            <a:srgbClr val="0F1419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17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"Evaluate elastic/elasticsearch — should we recommend it?"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0" cy="320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2468880"/>
            <a:ext cx="2743200" cy="594360"/>
          </a:xfrm>
          <a:prstGeom prst="rect">
            <a:avLst/>
          </a:prstGeom>
          <a:solidFill>
            <a:srgbClr val="0F1419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691640" cy="594360"/>
          </a:xfrm>
          <a:prstGeom prst="rect">
            <a:avLst/>
          </a:prstGeom>
          <a:solidFill>
            <a:srgbClr val="0F1419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3063240"/>
            <a:ext cx="-3182112" cy="5943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3657600"/>
            <a:ext cx="1691640" cy="594360"/>
          </a:xfrm>
          <a:prstGeom prst="rect">
            <a:avLst/>
          </a:prstGeom>
          <a:solidFill>
            <a:srgbClr val="0F1419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6576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3063240"/>
            <a:ext cx="-1124712" cy="5943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657600"/>
            <a:ext cx="1691640" cy="594360"/>
          </a:xfrm>
          <a:prstGeom prst="rect">
            <a:avLst/>
          </a:prstGeom>
          <a:solidFill>
            <a:srgbClr val="0F1419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6576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3063240"/>
            <a:ext cx="932688" cy="5943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3657600"/>
            <a:ext cx="1691640" cy="594360"/>
          </a:xfrm>
          <a:prstGeom prst="rect">
            <a:avLst/>
          </a:prstGeom>
          <a:solidFill>
            <a:srgbClr val="0F1419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6576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3063240"/>
            <a:ext cx="2990088" cy="5943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this one's yours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specialists, one orchestrator, one final report.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DEEP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agent loop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deep or shallow, is just this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783080" cy="1280160"/>
          </a:xfrm>
          <a:prstGeom prst="rect">
            <a:avLst/>
          </a:prstGeom>
          <a:solidFill>
            <a:srgbClr val="1A2027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next step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834640"/>
            <a:ext cx="2286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194560"/>
            <a:ext cx="1783080" cy="1280160"/>
          </a:xfrm>
          <a:prstGeom prst="rect">
            <a:avLst/>
          </a:prstGeom>
          <a:solidFill>
            <a:srgbClr val="1A202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function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834640"/>
            <a:ext cx="2286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194560"/>
            <a:ext cx="1783080" cy="1280160"/>
          </a:xfrm>
          <a:prstGeom prst="rect">
            <a:avLst/>
          </a:prstGeom>
          <a:solidFill>
            <a:srgbClr val="1A2027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2834640"/>
            <a:ext cx="2286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2194560"/>
            <a:ext cx="1783080" cy="1280160"/>
          </a:xfrm>
          <a:prstGeom prst="rect">
            <a:avLst/>
          </a:prstGeom>
          <a:solidFill>
            <a:srgbClr val="1A2027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produce final answer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794760"/>
            <a:ext cx="7315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done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just functions the LLM can call. The loop is just a while-loop you wrote.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DEEP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subagents?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reasons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514600" cy="246888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64008" cy="2468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subagent has its own prompt, model, and tool subset. Better at its job than a generalist with 20 tools.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514600" cy="246888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828800"/>
            <a:ext cx="64008" cy="2468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isolation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state stays in its loop. The orchestrator only sees the final reply — its context window stays clean.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2514600" cy="246888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828800"/>
            <a:ext cx="64008" cy="24688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Parallelism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subagents fan out concurrently. Four subagents, ~3× faster than serial.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DEEP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subagent is just a dict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fields. That's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246888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75895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elastic_subagent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"elastic-agent"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 to retrieve cached/historical research data 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"from Elasticsearch via semantic search."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elastic_prompt, 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loaded from prompts/elastic.md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[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ask_elastic_agent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routes 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4434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4663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delegate — read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orchestrator's LLM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434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663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subagent's brief — 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tools, format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4434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subagent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ELASTICSEARCH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Elasticsearch?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JSON search + analytics engine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514600" cy="219456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64008" cy="2194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Inverted index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full-text search over arbitrary JSON documents.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514600" cy="219456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828800"/>
            <a:ext cx="64008" cy="2194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Multi-modal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(BM25), structured filters, geospatial, vector — all in one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2514600" cy="219456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828800"/>
            <a:ext cx="64008" cy="21945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Massive 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across nodes or serverless. Used by Netflix, Uber, GitHub for log/metric/search workloads.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 use it for semantic search over a research corpus.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ELASTICSEARCH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semantic_text + ELSER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Auto-embeddings on save, auto-vector-search on query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4389120" cy="246888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39319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 mapping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"mappings"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"semantic_content"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"semantic_text"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insert: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1031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auto-embeds the field with ELSER (Elastic's sparse encoder). No code from you.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query: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3337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semantic_content : ?term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 search ranked by relevance.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write triggers ELSER auto-deploy (~30-60s). After that, it's instant.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ELASTICSEARCH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ES|QL — pipe-syntax queries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SQL-ish, but designed for streaming pipelines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160020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75895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technology-research </a:t>
            </a:r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_score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semantic_content 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?description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SORT 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_score </a:t>
            </a:r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KEEP 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repo, timestamp, tags, analysis.viability_score, analysis.summary, _score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LIMIT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?limit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ES|QL query our Kibana Agent Builder tool uses.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57984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57984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: value =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67328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7328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relevance score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76672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return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columns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86016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results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ELASTICSEARCH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Kibana Agent Builder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wrap ES|QL tools, exposed as a REST endpoint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1874520"/>
            <a:ext cx="7132320" cy="640080"/>
          </a:xfrm>
          <a:prstGeom prst="rect">
            <a:avLst/>
          </a:prstGeom>
          <a:solidFill>
            <a:srgbClr val="1A2027"/>
          </a:solidFill>
          <a:ln w="19050">
            <a:solidFill>
              <a:srgbClr val="24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019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/api/agent_builder/converse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0370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{"input": "find similar..."}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496312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5840" y="2587752"/>
            <a:ext cx="7132320" cy="640080"/>
          </a:xfrm>
          <a:prstGeom prst="rect">
            <a:avLst/>
          </a:prstGeom>
          <a:solidFill>
            <a:srgbClr val="1A2027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6151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Builder LLM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9169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 → ES|QL choice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209544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3300984"/>
            <a:ext cx="7132320" cy="640080"/>
          </a:xfrm>
          <a:prstGeom prst="rect">
            <a:avLst/>
          </a:prstGeom>
          <a:solidFill>
            <a:srgbClr val="1A2027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3284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ES|QL tool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6301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find-similar-technologies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922776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4014216"/>
            <a:ext cx="7132320" cy="640080"/>
          </a:xfrm>
          <a:prstGeom prst="rect">
            <a:avLst/>
          </a:prstGeom>
          <a:solidFill>
            <a:srgbClr val="1A2027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0416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343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ELSER ranks; returns top 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ELASTICSEARCH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configured for you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046720" cy="96012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64008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technology-research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1122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seeded with 10 curated technology entries (LangGraph, AutoGen, Elasticsearch, Loki, OpenTelemetry, ...). semantic_text on semantic_content.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96012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43200"/>
            <a:ext cx="64008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346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find-similar-technologies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16382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ES|QL tool registered with Kibana Agent Builder. Takes (description, limit), returns top-N matching repos.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96012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94760"/>
            <a:ext cx="64008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862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technology-research-agent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2153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agent attached to the tool above + a connector pointing at the LiteLLM proxy. Has an agent ID — that's your ELASTIC_AGENT_ID.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BUILD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you'll build, file by file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stubs, reverse order: subagent shell first, tool body second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64008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385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9659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src/subagents/elastic.py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definition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dict with {name, description, prompt, tools}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43200"/>
            <a:ext cx="64008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07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28346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src/prompts/elastic.md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3136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834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the subagent's LLM reads as its instructions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8046720" cy="7772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11880"/>
            <a:ext cx="64008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758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65960" y="37033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src/tools/ask_elastic_agent.py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4005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 wrapper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kibana_client as a @tool with a docstring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Pre-provided: src/tools/kibana_client.py (HTTP client) — already done for you.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BUILD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· Elastic subagent + prompt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files. Already imported by the orchestrator.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src/subagents/elastic.py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— load src/prompts/elastic.md from disk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 — define elastic_subagent dict (name, description, prompt, tools)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src/prompts/elastic.md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system prompt: identity, mission, tool guidance,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format, honesty rule. Use the next slides as reference.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6791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you're done, restart the dev server and ask a query: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server.app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localhost:3000, click "Run agent".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elastic-agent panel lights up red — and finishes.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BUILD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· TODOs 1 &amp; 2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324612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81912"/>
            <a:ext cx="758952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elastic_prompt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(__file__).parent.parent / </a:t>
            </a:r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"prompts"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"elastic.md"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).read_text()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elastic_subagent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"elastic-agent"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 to retrieve cached or historical research data from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"Elasticsearch: prior research reports, snapshots, trends,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"adoption signals, and similar technologies via semantic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"search. Always check elastic-agent BEFORE triggering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"fresh data collection from other subagents."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elastic_prompt,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[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ask_elastic_agent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BUILD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· prompt structure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sections. Use the same voice the other subagents use.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64008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64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Identity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6479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an Elastic Data Specialist." One sentence.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86000"/>
            <a:ext cx="64008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59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35915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subagent is responsible for. Mention it asks the Elastic Agent — doesn't write ES|QL itself.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80360"/>
            <a:ext cx="64008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953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Tool guidance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95351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ask_elastic_agent: full repo names, time ranges, 3-4 example queries.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74720"/>
            <a:ext cx="64008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547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Output format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54787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skeleton: ## Elasticsearch Research Summary, ### Data Retrieved, ### Key Findings, ### Gaps.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069080"/>
            <a:ext cx="64008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42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Honesty rule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14223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results. If the agent returns no data, say so clearly.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BUILD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B · ask_elastic_agent tool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src/tools/ask_elastic_agent.py — wrap the kibana_client as a @tool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src/tools/ask_elastic_agent.py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— function signature: query (required), conversation_id (optional)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 — handler: read ELASTIC_AGENT_ID, call converse(), return 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 — docstring: what this tool does, when to use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118872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85032"/>
            <a:ext cx="7589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you're done, run: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scripts/test_tool.py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B sanity check passed.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BUILD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B · the function body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3246120"/>
          </a:xfrm>
          <a:prstGeom prst="rect">
            <a:avLst/>
          </a:prstGeom>
          <a:solidFill>
            <a:srgbClr val="0B0F14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81912"/>
            <a:ext cx="758952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ask_elastic_agent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conversation_id: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"""Send a natural-language request to the Elastic Agent and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its response. The agent has access to ES|QL tools for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semantic search, historical snapshots, trend data, ..."""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agent_id =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.environ.get(</a:t>
            </a:r>
            <a:pPr indent="0" marL="0">
              <a:buNone/>
            </a:pPr>
            <a:r>
              <a:rPr lang="en-US" sz="1200" dirty="0">
                <a:solidFill>
                  <a:srgbClr val="84E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"ELASTIC_AGENT_ID"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RuntimeError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("Missing ELASTIC_AGENT_ID in .env")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converse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ConverseRequest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agent_id=agent_id,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input=query,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conversation_id=conversation_id </a:t>
            </a:r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resp.text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· WRAP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built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files · ~50 lines · 1 deep agent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Concepts you walked away with: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orchestration via the task tool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semantic_text + ELSER for vector search without an embedding pipeline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ES|QL pipe queries with parameter substitution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Agent Builder as a NL → ES|QL gateway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· WRAP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 take it next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64008" cy="685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5th subagent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CVE/security scanner. Same pattern: tool + prompt + register.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68580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68880"/>
            <a:ext cx="64008" cy="685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 research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orchestrator write each report into the technology-research index. Later runs benefit.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8046720" cy="68580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64008" cy="685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tokens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3375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on_chat_model_stream events to the UI for typewriter-style output.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rgbClr val="1A2027"/>
          </a:solidFill>
          <a:ln w="12700">
            <a:solidFill>
              <a:srgbClr val="242C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64008" cy="685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Agent Builder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1148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elastic subagent build ES|QL itself; remove the middle LLM call.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· WRAP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DevRel-DeepAgent · Python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repo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github.com/justincastilla/deepagent_workshop_py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75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deepagents (Python)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github.com/langchain-ai/deepagents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59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 Agent Builder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4597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elastic.co/docs (search Agent Builder)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43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ES|QL reference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843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elastic.co/guide/.../esql.html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semantic_text + ELSER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227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elastic.co/guide (search semantic_text)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DevRel-DeepAgent · Python edition</dc:title>
  <dc:subject>PptxGenJS Presentation</dc:subject>
  <dc:creator>Justin Castilla</dc:creator>
  <cp:lastModifiedBy>Justin Castilla</cp:lastModifiedBy>
  <cp:revision>1</cp:revision>
  <dcterms:created xsi:type="dcterms:W3CDTF">2026-05-04T17:22:12Z</dcterms:created>
  <dcterms:modified xsi:type="dcterms:W3CDTF">2026-05-04T17:22:12Z</dcterms:modified>
</cp:coreProperties>
</file>